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EB4E6-6B6D-FB99-0744-6617E6995F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59536F-139B-CB66-9603-5C47C4E02C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F5307E-37F7-81E6-3509-4F9E20835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72E21-D10D-47E7-9C27-E17628A8775B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32037E-91DF-5DD8-FEBC-9039B6D6E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B0C2EB-07AF-824C-30FC-0CA370C34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33F33-49C4-4CF2-A69A-8A316AD45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628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8821E-76C7-CCA6-0482-097A65087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CEB785-31B1-E10A-DA22-947ECABC7C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267FB1-4ACF-A500-E997-4BD55C8C0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72E21-D10D-47E7-9C27-E17628A8775B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EFE4C1-EBDD-34AC-ADC5-A924FA7D7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F831E0-DDB4-ECAE-0FA9-C132E7E7C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33F33-49C4-4CF2-A69A-8A316AD45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436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9CBAF-EE29-735A-408F-4497E52D2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147E2E-DF4B-2279-A0C3-C6074D8E87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33D369-0387-CF7F-810C-591D102AB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72E21-D10D-47E7-9C27-E17628A8775B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66D115-850E-2865-3BB0-83003F088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4651D-6DD8-EE2A-733C-50B7E543D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33F33-49C4-4CF2-A69A-8A316AD45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517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1F7C9-A079-2677-BFED-52BCE2F85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1F6BC3-2052-639A-4E6F-C570C12FB8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3A3B89-151B-4C3E-1ADF-11CEF4DF28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BA5CFD-B4B9-2E3B-5B9A-4118E9A0C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72E21-D10D-47E7-9C27-E17628A8775B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8E3460-84D4-C3EB-8FEB-14872B0DA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51FD35-8435-9C90-E5FC-F7AB077EB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33F33-49C4-4CF2-A69A-8A316AD45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047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6F3B8-BB66-93AE-A5C0-EA3A16F2D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775D19-C95D-22AE-8526-0105519B94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77B222-C204-6748-D9A1-78C3E58801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C065AC-9A78-CC43-C2E1-4F34D97CE3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BF9D55-A0DA-E878-4C28-940B27E06D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134521-C1FE-F7D6-5DF5-3CF4AB793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72E21-D10D-47E7-9C27-E17628A8775B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E8325B-C1C0-0DA2-7FD2-53C648E78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DCA5CA-D827-0455-C3DE-30D59A1D0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33F33-49C4-4CF2-A69A-8A316AD45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207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A8483-95E9-D359-DCF6-6AF0D631B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72F324-C143-4141-0E09-DD02E2B8E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72E21-D10D-47E7-9C27-E17628A8775B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D799CF-BA7C-24BE-6374-B2E1B86F7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F1D463-4AE4-B40A-A3EB-126DE34B5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33F33-49C4-4CF2-A69A-8A316AD45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122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567CEC-FD43-1412-368A-6F2428FC0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72E21-D10D-47E7-9C27-E17628A8775B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155D3F-F89B-3DAB-F749-E2A478F4C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BBC218-9261-83B8-0E46-D9BB5D406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33F33-49C4-4CF2-A69A-8A316AD45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029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3B9FA-7EC5-6007-C03B-884F2AC79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2D702A-2FB9-5672-2F3A-7235178134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7F78FA-AEB3-BF83-A99D-23D870CFE9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924419-9D42-9E17-18BD-69DB9CB25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72E21-D10D-47E7-9C27-E17628A8775B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8410BC-D7F9-09EF-500C-545F63B69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80A68B-A0BC-A69B-4D32-DB733AAB0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33F33-49C4-4CF2-A69A-8A316AD45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636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0446B-30A9-7ABD-AA36-299FE8253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335EC5-027F-7A7D-D4B9-D484EF6BEA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18B4C7-2F3A-8960-6190-E0C989E9FE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2236D0-3945-3575-9389-06170DF1C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72E21-D10D-47E7-9C27-E17628A8775B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BF8E3D-B100-E23A-CA05-ED0AE8757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8191F5-B865-2910-19AE-4A075CE70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33F33-49C4-4CF2-A69A-8A316AD45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92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D62F4-8C60-E848-A1F5-5D2C3B278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C76E59-B02F-91CE-5893-7B330870CC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9506E4-DF4B-AC92-2089-6EAF77054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72E21-D10D-47E7-9C27-E17628A8775B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D19F93-0FE2-0CC5-2B85-5A6BCD3A2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399A66-F59A-8B9E-B7C2-57D336403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33F33-49C4-4CF2-A69A-8A316AD45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413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0F8266-E20F-76A8-42D6-DF48722582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1852DA-B371-B5A6-1EEE-37648EDFCB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0E9B4D-78EF-706F-65FC-5FD6C4556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72E21-D10D-47E7-9C27-E17628A8775B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079538-628D-7C56-86C4-960F8EC0E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F6083-0B84-47A4-9300-D63E14743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33F33-49C4-4CF2-A69A-8A316AD45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926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97AF8E-5EA4-12DD-771B-6D43E2942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9B4D4-1AFD-AC03-9BBB-4C734CD13D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3D23A4-96E0-F145-F142-1DCAB07105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372E21-D10D-47E7-9C27-E17628A8775B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BFABB4-208E-20E4-3D0F-64952596AB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F52C30-E024-F5E6-56E4-A283547CAB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933F33-49C4-4CF2-A69A-8A316AD45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370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A68EC-131A-1A4F-E319-3CAA0B65AE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Scientific Calculator Using Tkinter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7CC375-6C9C-FFEE-4E23-F71ACDE1DE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7148"/>
            <a:ext cx="9144000" cy="910652"/>
          </a:xfrm>
        </p:spPr>
        <p:txBody>
          <a:bodyPr/>
          <a:lstStyle/>
          <a:p>
            <a:r>
              <a:rPr lang="en-US" b="1" dirty="0"/>
              <a:t>Python GUI Project Presentation</a:t>
            </a:r>
          </a:p>
          <a:p>
            <a:r>
              <a:rPr lang="en-US" dirty="0"/>
              <a:t>Created By:Ghanshyam Bhardwaj</a:t>
            </a:r>
          </a:p>
        </p:txBody>
      </p:sp>
    </p:spTree>
    <p:extLst>
      <p:ext uri="{BB962C8B-B14F-4D97-AF65-F5344CB8AC3E}">
        <p14:creationId xmlns:p14="http://schemas.microsoft.com/office/powerpoint/2010/main" val="2820125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EA216-3A38-63BA-8DA6-9975FBDEB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34125"/>
            <a:ext cx="10515600" cy="356563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r>
              <a:rPr lang="en-US" b="1" dirty="0"/>
              <a:t>Project Overview</a:t>
            </a:r>
            <a:br>
              <a:rPr lang="en-US" b="1" dirty="0"/>
            </a:br>
            <a:br>
              <a:rPr lang="en-US" b="1" dirty="0"/>
            </a:br>
            <a:r>
              <a:rPr lang="en-US" sz="2200" dirty="0"/>
              <a:t>• Advanced Scientific Calculator application.</a:t>
            </a:r>
            <a:br>
              <a:rPr lang="en-US" sz="2200" dirty="0"/>
            </a:br>
            <a:br>
              <a:rPr lang="en-US" sz="2200" dirty="0"/>
            </a:br>
            <a:r>
              <a:rPr lang="en-US" sz="2200" dirty="0"/>
              <a:t>• Built using Python programming language.</a:t>
            </a:r>
            <a:br>
              <a:rPr lang="en-US" sz="2200" dirty="0"/>
            </a:br>
            <a:br>
              <a:rPr lang="en-US" sz="2200" dirty="0"/>
            </a:br>
            <a:r>
              <a:rPr lang="en-US" sz="2200" dirty="0"/>
              <a:t>• GUI developed using Tkinter library.</a:t>
            </a:r>
            <a:br>
              <a:rPr lang="en-US" sz="2200" dirty="0"/>
            </a:br>
            <a:br>
              <a:rPr lang="en-US" sz="2200" dirty="0"/>
            </a:br>
            <a:r>
              <a:rPr lang="en-US" sz="2200" dirty="0"/>
              <a:t>• Supports standard and scientific calculations.</a:t>
            </a:r>
          </a:p>
        </p:txBody>
      </p:sp>
    </p:spTree>
    <p:extLst>
      <p:ext uri="{BB962C8B-B14F-4D97-AF65-F5344CB8AC3E}">
        <p14:creationId xmlns:p14="http://schemas.microsoft.com/office/powerpoint/2010/main" val="3723322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9D08C7B-E30B-5802-744D-3B11CE40C957}"/>
              </a:ext>
            </a:extLst>
          </p:cNvPr>
          <p:cNvSpPr txBox="1"/>
          <p:nvPr/>
        </p:nvSpPr>
        <p:spPr>
          <a:xfrm>
            <a:off x="1184222" y="1640148"/>
            <a:ext cx="8874177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4000" b="1" i="0" u="none" strike="noStrike" baseline="0" dirty="0">
                <a:latin typeface="Arial" panose="020B0604020202020204" pitchFamily="34" charset="0"/>
              </a:rPr>
              <a:t>Key Features</a:t>
            </a:r>
          </a:p>
          <a:p>
            <a:pPr algn="l"/>
            <a:r>
              <a:rPr lang="en-US" sz="2800" b="0" i="0" u="none" strike="noStrike" baseline="0" dirty="0">
                <a:latin typeface="Arial" panose="020B0604020202020204" pitchFamily="34" charset="0"/>
              </a:rPr>
              <a:t>• </a:t>
            </a:r>
            <a:r>
              <a:rPr lang="en-US" sz="1800" b="0" i="0" u="none" strike="noStrike" baseline="0" dirty="0">
                <a:latin typeface="Arial" panose="020B0604020202020204" pitchFamily="34" charset="0"/>
              </a:rPr>
              <a:t>Basic arithmetic operations (+, -, ×, ÷, Mod).</a:t>
            </a:r>
          </a:p>
          <a:p>
            <a:pPr algn="l"/>
            <a:r>
              <a:rPr lang="en-US" sz="2800" b="0" i="0" u="none" strike="noStrike" baseline="0" dirty="0">
                <a:latin typeface="Arial" panose="020B0604020202020204" pitchFamily="34" charset="0"/>
              </a:rPr>
              <a:t>• </a:t>
            </a:r>
            <a:r>
              <a:rPr lang="en-US" sz="1800" b="0" i="0" u="none" strike="noStrike" baseline="0" dirty="0">
                <a:latin typeface="Arial" panose="020B0604020202020204" pitchFamily="34" charset="0"/>
              </a:rPr>
              <a:t>Trigonometric functions (sin, cos, tan).</a:t>
            </a:r>
          </a:p>
          <a:p>
            <a:pPr algn="l"/>
            <a:r>
              <a:rPr lang="en-US" sz="2800" b="0" i="0" u="none" strike="noStrike" baseline="0" dirty="0">
                <a:latin typeface="Arial" panose="020B0604020202020204" pitchFamily="34" charset="0"/>
              </a:rPr>
              <a:t>• </a:t>
            </a:r>
            <a:r>
              <a:rPr lang="en-US" sz="1800" b="0" i="0" u="none" strike="noStrike" baseline="0" dirty="0">
                <a:latin typeface="Arial" panose="020B0604020202020204" pitchFamily="34" charset="0"/>
              </a:rPr>
              <a:t>Hyperbolic functions (sinh, cosh, tanh).</a:t>
            </a:r>
          </a:p>
          <a:p>
            <a:pPr algn="l"/>
            <a:r>
              <a:rPr lang="en-US" sz="2800" b="0" i="0" u="none" strike="noStrike" baseline="0" dirty="0">
                <a:latin typeface="Arial" panose="020B0604020202020204" pitchFamily="34" charset="0"/>
              </a:rPr>
              <a:t>• </a:t>
            </a:r>
            <a:r>
              <a:rPr lang="en-US" sz="1800" b="0" i="0" u="none" strike="noStrike" baseline="0" dirty="0">
                <a:latin typeface="Arial" panose="020B0604020202020204" pitchFamily="34" charset="0"/>
              </a:rPr>
              <a:t>Logarithmic &amp; exponential functions (log, log10, log2, exp).</a:t>
            </a:r>
          </a:p>
          <a:p>
            <a:pPr algn="l"/>
            <a:r>
              <a:rPr lang="en-US" sz="2800" b="0" i="0" u="none" strike="noStrike" baseline="0" dirty="0">
                <a:latin typeface="Arial" panose="020B0604020202020204" pitchFamily="34" charset="0"/>
              </a:rPr>
              <a:t>• </a:t>
            </a:r>
            <a:r>
              <a:rPr lang="en-US" sz="1800" b="0" i="0" u="none" strike="noStrike" baseline="0" dirty="0">
                <a:latin typeface="Arial" panose="020B0604020202020204" pitchFamily="34" charset="0"/>
              </a:rPr>
              <a:t>Constants (</a:t>
            </a:r>
            <a:r>
              <a:rPr lang="en-US" sz="1800" b="0" i="0" u="none" strike="noStrike" baseline="0" dirty="0">
                <a:latin typeface="Symbol" panose="05050102010706020507" pitchFamily="18" charset="2"/>
              </a:rPr>
              <a:t>p</a:t>
            </a:r>
            <a:r>
              <a:rPr lang="en-US" sz="1800" b="0" i="0" u="none" strike="noStrike" baseline="0" dirty="0">
                <a:latin typeface="Arial" panose="020B0604020202020204" pitchFamily="34" charset="0"/>
              </a:rPr>
              <a:t>, e, 2</a:t>
            </a:r>
            <a:r>
              <a:rPr lang="en-US" sz="1800" b="0" i="0" u="none" strike="noStrike" baseline="0" dirty="0">
                <a:latin typeface="Symbol" panose="05050102010706020507" pitchFamily="18" charset="2"/>
              </a:rPr>
              <a:t>p</a:t>
            </a:r>
            <a:r>
              <a:rPr lang="en-US" sz="1800" b="0" i="0" u="none" strike="noStrike" baseline="0" dirty="0">
                <a:latin typeface="Arial" panose="020B0604020202020204" pitchFamily="34" charset="0"/>
              </a:rPr>
              <a:t>).</a:t>
            </a:r>
          </a:p>
          <a:p>
            <a:pPr algn="l"/>
            <a:r>
              <a:rPr lang="en-US" sz="2800" b="0" i="0" u="none" strike="noStrike" baseline="0" dirty="0">
                <a:latin typeface="Arial" panose="020B0604020202020204" pitchFamily="34" charset="0"/>
              </a:rPr>
              <a:t>• </a:t>
            </a:r>
            <a:r>
              <a:rPr lang="en-US" sz="1800" b="0" i="0" u="none" strike="noStrike" baseline="0" dirty="0">
                <a:latin typeface="Arial" panose="020B0604020202020204" pitchFamily="34" charset="0"/>
              </a:rPr>
              <a:t>Scientific &amp; Standard mode switching via Menu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63508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987CBD1-804E-EF72-B419-FF7614F67FAD}"/>
              </a:ext>
            </a:extLst>
          </p:cNvPr>
          <p:cNvSpPr txBox="1"/>
          <p:nvPr/>
        </p:nvSpPr>
        <p:spPr>
          <a:xfrm>
            <a:off x="1034321" y="2209535"/>
            <a:ext cx="9278912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4000" b="1" i="0" u="none" strike="noStrike" baseline="0" dirty="0">
                <a:latin typeface="Arial" panose="020B0604020202020204" pitchFamily="34" charset="0"/>
              </a:rPr>
              <a:t>Technologies Used</a:t>
            </a:r>
          </a:p>
          <a:p>
            <a:pPr algn="l"/>
            <a:r>
              <a:rPr lang="en-US" sz="2800" b="0" i="0" u="none" strike="noStrike" baseline="0" dirty="0">
                <a:latin typeface="Arial" panose="020B0604020202020204" pitchFamily="34" charset="0"/>
              </a:rPr>
              <a:t>• </a:t>
            </a:r>
            <a:r>
              <a:rPr lang="en-US" sz="1800" b="0" i="0" u="none" strike="noStrike" baseline="0" dirty="0">
                <a:latin typeface="Arial" panose="020B0604020202020204" pitchFamily="34" charset="0"/>
              </a:rPr>
              <a:t>Python</a:t>
            </a:r>
          </a:p>
          <a:p>
            <a:pPr algn="l"/>
            <a:r>
              <a:rPr lang="en-US" sz="2800" b="0" i="0" u="none" strike="noStrike" baseline="0" dirty="0">
                <a:latin typeface="Arial" panose="020B0604020202020204" pitchFamily="34" charset="0"/>
              </a:rPr>
              <a:t>• </a:t>
            </a:r>
            <a:r>
              <a:rPr lang="en-US" sz="1800" b="0" i="0" u="none" strike="noStrike" baseline="0" dirty="0">
                <a:latin typeface="Arial" panose="020B0604020202020204" pitchFamily="34" charset="0"/>
              </a:rPr>
              <a:t>Tkinter (GUI Library)</a:t>
            </a:r>
          </a:p>
          <a:p>
            <a:pPr algn="l"/>
            <a:r>
              <a:rPr lang="en-US" sz="2800" b="0" i="0" u="none" strike="noStrike" baseline="0" dirty="0">
                <a:latin typeface="Arial" panose="020B0604020202020204" pitchFamily="34" charset="0"/>
              </a:rPr>
              <a:t>• </a:t>
            </a:r>
            <a:r>
              <a:rPr lang="en-US" sz="1800" b="0" i="0" u="none" strike="noStrike" baseline="0" dirty="0">
                <a:latin typeface="Arial" panose="020B0604020202020204" pitchFamily="34" charset="0"/>
              </a:rPr>
              <a:t>math module for scientific calculations</a:t>
            </a:r>
          </a:p>
          <a:p>
            <a:pPr algn="l"/>
            <a:r>
              <a:rPr lang="en-US" sz="2800" b="0" i="0" u="none" strike="noStrike" baseline="0" dirty="0">
                <a:latin typeface="Arial" panose="020B0604020202020204" pitchFamily="34" charset="0"/>
              </a:rPr>
              <a:t>• </a:t>
            </a:r>
            <a:r>
              <a:rPr lang="en-US" sz="1800" b="0" i="0" u="none" strike="noStrike" baseline="0" dirty="0">
                <a:latin typeface="Arial" panose="020B0604020202020204" pitchFamily="34" charset="0"/>
              </a:rPr>
              <a:t>Event-driven programming concepts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00533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5645B32-82BA-8B3C-5379-6A368AD5DAA8}"/>
              </a:ext>
            </a:extLst>
          </p:cNvPr>
          <p:cNvSpPr txBox="1"/>
          <p:nvPr/>
        </p:nvSpPr>
        <p:spPr>
          <a:xfrm>
            <a:off x="1484026" y="1686315"/>
            <a:ext cx="875425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4000" b="1" i="0" u="none" strike="noStrike" baseline="0" dirty="0">
                <a:latin typeface="Arial" panose="020B0604020202020204" pitchFamily="34" charset="0"/>
              </a:rPr>
              <a:t>Code Structure Overview</a:t>
            </a:r>
          </a:p>
          <a:p>
            <a:pPr algn="l"/>
            <a:r>
              <a:rPr lang="en-US" sz="2800" b="0" i="0" u="none" strike="noStrike" baseline="0" dirty="0">
                <a:latin typeface="Arial" panose="020B0604020202020204" pitchFamily="34" charset="0"/>
              </a:rPr>
              <a:t>• </a:t>
            </a:r>
            <a:r>
              <a:rPr lang="en-US" sz="1800" b="0" i="0" u="none" strike="noStrike" baseline="0" dirty="0">
                <a:latin typeface="Arial" panose="020B0604020202020204" pitchFamily="34" charset="0"/>
              </a:rPr>
              <a:t>Class-based design (Calc class).</a:t>
            </a:r>
          </a:p>
          <a:p>
            <a:pPr algn="l"/>
            <a:r>
              <a:rPr lang="en-US" sz="2800" b="0" i="0" u="none" strike="noStrike" baseline="0" dirty="0">
                <a:latin typeface="Arial" panose="020B0604020202020204" pitchFamily="34" charset="0"/>
              </a:rPr>
              <a:t>• </a:t>
            </a:r>
            <a:r>
              <a:rPr lang="en-US" sz="1800" b="0" i="0" u="none" strike="noStrike" baseline="0" dirty="0">
                <a:latin typeface="Arial" panose="020B0604020202020204" pitchFamily="34" charset="0"/>
              </a:rPr>
              <a:t>Methods for arithmetic &amp; scientific functions.</a:t>
            </a:r>
          </a:p>
          <a:p>
            <a:pPr algn="l"/>
            <a:r>
              <a:rPr lang="en-US" sz="2800" b="0" i="0" u="none" strike="noStrike" baseline="0" dirty="0">
                <a:latin typeface="Arial" panose="020B0604020202020204" pitchFamily="34" charset="0"/>
              </a:rPr>
              <a:t>• </a:t>
            </a:r>
            <a:r>
              <a:rPr lang="en-US" sz="1800" b="0" i="0" u="none" strike="noStrike" baseline="0" dirty="0">
                <a:latin typeface="Arial" panose="020B0604020202020204" pitchFamily="34" charset="0"/>
              </a:rPr>
              <a:t>Button widgets mapped to class methods.</a:t>
            </a:r>
          </a:p>
          <a:p>
            <a:pPr algn="l"/>
            <a:r>
              <a:rPr lang="fr-FR" sz="2800" b="0" i="0" u="none" strike="noStrike" baseline="0" dirty="0">
                <a:latin typeface="Arial" panose="020B0604020202020204" pitchFamily="34" charset="0"/>
              </a:rPr>
              <a:t>• </a:t>
            </a:r>
            <a:r>
              <a:rPr lang="fr-FR" sz="1800" b="0" i="0" u="none" strike="noStrike" baseline="0" dirty="0">
                <a:latin typeface="Arial" panose="020B0604020202020204" pitchFamily="34" charset="0"/>
              </a:rPr>
              <a:t>Menu bar implementation (Standard / Scientific modes).</a:t>
            </a:r>
          </a:p>
          <a:p>
            <a:pPr algn="l"/>
            <a:r>
              <a:rPr lang="en-US" sz="2800" b="0" i="0" u="none" strike="noStrike" baseline="0" dirty="0">
                <a:latin typeface="Arial" panose="020B0604020202020204" pitchFamily="34" charset="0"/>
              </a:rPr>
              <a:t>• </a:t>
            </a:r>
            <a:r>
              <a:rPr lang="en-US" sz="1800" b="0" i="0" u="none" strike="noStrike" baseline="0" dirty="0">
                <a:latin typeface="Arial" panose="020B0604020202020204" pitchFamily="34" charset="0"/>
              </a:rPr>
              <a:t>Messagebox for Exit confirmation.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64032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999F285-4813-418A-4656-627EFAE0CC55}"/>
              </a:ext>
            </a:extLst>
          </p:cNvPr>
          <p:cNvSpPr txBox="1"/>
          <p:nvPr/>
        </p:nvSpPr>
        <p:spPr>
          <a:xfrm>
            <a:off x="1199213" y="2209535"/>
            <a:ext cx="9488774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4000" b="1" i="0" u="none" strike="noStrike" baseline="0" dirty="0">
                <a:latin typeface="Arial" panose="020B0604020202020204" pitchFamily="34" charset="0"/>
              </a:rPr>
              <a:t>Conclusion</a:t>
            </a:r>
          </a:p>
          <a:p>
            <a:pPr algn="l"/>
            <a:r>
              <a:rPr lang="en-US" sz="2800" b="0" i="0" u="none" strike="noStrike" baseline="0" dirty="0">
                <a:latin typeface="Arial" panose="020B0604020202020204" pitchFamily="34" charset="0"/>
              </a:rPr>
              <a:t>• </a:t>
            </a:r>
            <a:r>
              <a:rPr lang="en-US" sz="1800" b="0" i="0" u="none" strike="noStrike" baseline="0" dirty="0">
                <a:latin typeface="Arial" panose="020B0604020202020204" pitchFamily="34" charset="0"/>
              </a:rPr>
              <a:t>Comprehensive scientific calculator project.</a:t>
            </a:r>
          </a:p>
          <a:p>
            <a:pPr algn="l"/>
            <a:r>
              <a:rPr lang="en-US" sz="2800" b="0" i="0" u="none" strike="noStrike" baseline="0" dirty="0">
                <a:latin typeface="Arial" panose="020B0604020202020204" pitchFamily="34" charset="0"/>
              </a:rPr>
              <a:t>• </a:t>
            </a:r>
            <a:r>
              <a:rPr lang="en-US" sz="1800" b="0" i="0" u="none" strike="noStrike" baseline="0" dirty="0">
                <a:latin typeface="Arial" panose="020B0604020202020204" pitchFamily="34" charset="0"/>
              </a:rPr>
              <a:t>Demonstrates advanced Tkinter GUI usage.</a:t>
            </a:r>
          </a:p>
          <a:p>
            <a:pPr algn="l"/>
            <a:r>
              <a:rPr lang="en-US" sz="2800" b="0" i="0" u="none" strike="noStrike" baseline="0" dirty="0">
                <a:latin typeface="Arial" panose="020B0604020202020204" pitchFamily="34" charset="0"/>
              </a:rPr>
              <a:t>• </a:t>
            </a:r>
            <a:r>
              <a:rPr lang="en-US" sz="1800" b="0" i="0" u="none" strike="noStrike" baseline="0" dirty="0">
                <a:latin typeface="Arial" panose="020B0604020202020204" pitchFamily="34" charset="0"/>
              </a:rPr>
              <a:t>Shows integration of Python math module.</a:t>
            </a:r>
          </a:p>
          <a:p>
            <a:pPr algn="l"/>
            <a:r>
              <a:rPr lang="en-US" sz="2800" b="0" i="0" u="none" strike="noStrike" baseline="0" dirty="0">
                <a:latin typeface="Arial" panose="020B0604020202020204" pitchFamily="34" charset="0"/>
              </a:rPr>
              <a:t>• </a:t>
            </a:r>
            <a:r>
              <a:rPr lang="en-US" sz="1800" b="0" i="0" u="none" strike="noStrike" baseline="0" dirty="0">
                <a:latin typeface="Arial" panose="020B0604020202020204" pitchFamily="34" charset="0"/>
              </a:rPr>
              <a:t>Good intermediate-level Python project.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38704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209</Words>
  <Application>Microsoft Office PowerPoint</Application>
  <PresentationFormat>Widescreen</PresentationFormat>
  <Paragraphs>27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Symbol</vt:lpstr>
      <vt:lpstr>Office Theme</vt:lpstr>
      <vt:lpstr>Scientific Calculator Using Tkinter</vt:lpstr>
      <vt:lpstr>      Project Overview  • Advanced Scientific Calculator application.  • Built using Python programming language.  • GUI developed using Tkinter library.  • Supports standard and scientific calculations.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aditya bhardwaj</dc:creator>
  <cp:lastModifiedBy>aditya bhardwaj</cp:lastModifiedBy>
  <cp:revision>1</cp:revision>
  <dcterms:created xsi:type="dcterms:W3CDTF">2026-02-19T17:01:00Z</dcterms:created>
  <dcterms:modified xsi:type="dcterms:W3CDTF">2026-02-19T17:01:22Z</dcterms:modified>
</cp:coreProperties>
</file>